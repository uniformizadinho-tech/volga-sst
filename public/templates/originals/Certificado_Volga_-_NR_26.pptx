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B699FC-0FFA-498F-B580-AC8712E75B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1D5FFB-226C-4AA8-BDA7-5493F33B1B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32BEB4-A7D6-4BCC-9C5E-CAB500C8A7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78A2B5-5691-4B67-BD86-2BADFD1AEE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9639CE-1474-4855-8A40-90B257A011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5B5771-F87D-4946-9D02-35EA8F6811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34231B-42A9-411E-881F-54E75EFFD1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3B5048-782E-432D-91BD-772CC767B4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6C77C8-EDB7-487C-88A1-E34BF78C7F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61BEE1-8373-49B6-8BC9-D6175D558C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27CD44-7817-46E9-A8E4-9EE9907A93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245052-F7C3-47CE-9026-5208596CE4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7800" cy="4808160"/>
          </a:xfrm>
          <a:prstGeom prst="rect">
            <a:avLst/>
          </a:prstGeom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6720" cy="13867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16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5600" cy="33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03840" cy="33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F49491-41C7-4B99-9539-35A09B3B42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03840" cy="33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46" name="Freeform 3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7" name="Picture 6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7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49" name="Group 8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50" name="Freeform 9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10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" name="TextBox 14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Marcos Exemplo Prado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6"/>
          <p:cNvSpPr/>
          <p:nvPr/>
        </p:nvSpPr>
        <p:spPr>
          <a:xfrm>
            <a:off x="101520" y="2623680"/>
            <a:ext cx="10445040" cy="48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pc="-1" strike="noStrike">
                <a:solidFill>
                  <a:srgbClr val="000000"/>
                </a:solidFill>
                <a:latin typeface="Calibri"/>
                <a:ea typeface="Arial"/>
              </a:rPr>
              <a:t>MARCOS EXEMPLO PRADO</a:t>
            </a:r>
            <a:r>
              <a:rPr b="0" lang="pt-BR" sz="4000" spc="-1" strike="noStrike">
                <a:solidFill>
                  <a:srgbClr val="000000"/>
                </a:solidFill>
                <a:latin typeface="Calibri"/>
                <a:ea typeface="Arial"/>
              </a:rPr>
              <a:t> 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7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8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ela 3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9" name="TextBox 12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AutoShape 1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utoShape 10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3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68" name="Freeform 5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69" name="Picture 3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70" name="Picture 4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71" name="Group 4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72" name="Freeform 6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Freeform 7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" name="TextBox 9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Paulo Exemplo Nunes Moura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101520" y="2623680"/>
            <a:ext cx="10445040" cy="29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PAULO EXEMPLO NUNES MOURA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22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Tabela 2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1" name="TextBox 23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4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AutoShape 4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AutoShape 5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5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90" name="Freeform 4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91" name="Picture 5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8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93" name="Group 6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94" name="Freeform 8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Freeform 11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6" name="TextBox 25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Carla Exemplo da Moura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26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7"/>
          <p:cNvSpPr/>
          <p:nvPr/>
        </p:nvSpPr>
        <p:spPr>
          <a:xfrm>
            <a:off x="101520" y="2623680"/>
            <a:ext cx="10445040" cy="29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CARLA EXEMPLO DA MOURA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28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29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30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2" name="Tabela 4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31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2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AutoShape 3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AutoShape 6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3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7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112" name="Freeform 12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13" name="Picture 9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10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115" name="Group 9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116" name="Freeform 13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" name="Freeform 14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8" name="TextBox 33"/>
          <p:cNvSpPr/>
          <p:nvPr/>
        </p:nvSpPr>
        <p:spPr>
          <a:xfrm>
            <a:off x="1260000" y="6399720"/>
            <a:ext cx="3691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Ana Exemplo de Alves Pereira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4"/>
          <p:cNvSpPr/>
          <p:nvPr/>
        </p:nvSpPr>
        <p:spPr>
          <a:xfrm>
            <a:off x="2070000" y="680868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5"/>
          <p:cNvSpPr/>
          <p:nvPr/>
        </p:nvSpPr>
        <p:spPr>
          <a:xfrm>
            <a:off x="101520" y="2623680"/>
            <a:ext cx="10445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ANA EXEMPLO DE ALVES PEREIRA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6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37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38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Tabela 5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39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40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AutoShape 7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AutoShape 8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5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0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134" name="Freeform 15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35" name="Picture 11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2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137" name="Group 11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138" name="Freeform 16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Freeform 17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0" name="TextBox 41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Joao Exemplo Costa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42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43"/>
          <p:cNvSpPr/>
          <p:nvPr/>
        </p:nvSpPr>
        <p:spPr>
          <a:xfrm>
            <a:off x="101520" y="2623680"/>
            <a:ext cx="10445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JOAO EXEMPLO COSTA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44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45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46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6" name="Tabela 6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47" name="TextBox 47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48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AutoShape 9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AutoShape 11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7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12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156" name="Freeform 18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57" name="Picture 13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14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159" name="Group 13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160" name="Freeform 19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Freeform 20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2" name="TextBox 49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Pedro Exemplo Pereira de Rocha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50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1"/>
          <p:cNvSpPr/>
          <p:nvPr/>
        </p:nvSpPr>
        <p:spPr>
          <a:xfrm>
            <a:off x="101520" y="2623680"/>
            <a:ext cx="10445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PEDRO EXEMPLO PEREIRA DE ROCHA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52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53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54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8" name="Tabela 7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69" name="TextBox 55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56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AutoShape 12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AutoShape 13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57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58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4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178" name="Freeform 21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79" name="Picture 15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16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181" name="Group 15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182" name="Freeform 22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Freeform 23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4" name="TextBox 59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Lucia Exemplo de Rocha Nunes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60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61"/>
          <p:cNvSpPr/>
          <p:nvPr/>
        </p:nvSpPr>
        <p:spPr>
          <a:xfrm>
            <a:off x="101520" y="2623680"/>
            <a:ext cx="10445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LUCIA EXEMPLO DE ROCHA NUNES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62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63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64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0" name="Tabela 8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91" name="TextBox 65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66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AutoShape 14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AutoShape 15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67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68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16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200" name="Freeform 24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01" name="Picture 17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18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203" name="Group 17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204" name="Freeform 25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Freeform 26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6" name="TextBox 69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Bruno Exemplo Pinto Brito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70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71"/>
          <p:cNvSpPr/>
          <p:nvPr/>
        </p:nvSpPr>
        <p:spPr>
          <a:xfrm>
            <a:off x="101520" y="2623680"/>
            <a:ext cx="10445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BRUNO EXEMPLO PINTO BRITO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72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73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74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2" name="Tabela 9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13" name="TextBox 75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76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AutoShape 16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AutoShape 17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77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78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18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222" name="Freeform 27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23" name="Picture 19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20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225" name="Group 19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226" name="Freeform 28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Freeform 29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8" name="TextBox 79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Julia Exemplo de Brito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80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81"/>
          <p:cNvSpPr/>
          <p:nvPr/>
        </p:nvSpPr>
        <p:spPr>
          <a:xfrm>
            <a:off x="101520" y="2623680"/>
            <a:ext cx="10445040" cy="29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JULIA EXEMPLO DE BRITO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82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83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84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4" name="Tabela 10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35" name="TextBox 85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86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AutoShape 18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AutoShape 19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87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88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roup 20"/>
          <p:cNvGrpSpPr/>
          <p:nvPr/>
        </p:nvGrpSpPr>
        <p:grpSpPr>
          <a:xfrm>
            <a:off x="2625480" y="936360"/>
            <a:ext cx="8042400" cy="923040"/>
            <a:chOff x="2625480" y="936360"/>
            <a:chExt cx="8042400" cy="923040"/>
          </a:xfrm>
        </p:grpSpPr>
        <p:sp>
          <p:nvSpPr>
            <p:cNvPr id="244" name="Freeform 30"/>
            <p:cNvSpPr/>
            <p:nvPr/>
          </p:nvSpPr>
          <p:spPr>
            <a:xfrm>
              <a:off x="2625480" y="936360"/>
              <a:ext cx="8042400" cy="923040"/>
            </a:xfrm>
            <a:custGeom>
              <a:avLst/>
              <a:gdLst>
                <a:gd name="textAreaLeft" fmla="*/ 0 w 8042400"/>
                <a:gd name="textAreaRight" fmla="*/ 8072280 w 8042400"/>
                <a:gd name="textAreaTop" fmla="*/ 0 h 923040"/>
                <a:gd name="textAreaBottom" fmla="*/ 952920 h 92304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45" name="Picture 21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880" cy="360"/>
          </a:xfrm>
          <a:prstGeom prst="rect">
            <a:avLst/>
          </a:prstGeom>
          <a:ln w="0">
            <a:noFill/>
          </a:ln>
        </p:spPr>
      </p:pic>
      <p:pic>
        <p:nvPicPr>
          <p:cNvPr id="246" name="Picture 22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880" cy="360"/>
          </a:xfrm>
          <a:prstGeom prst="rect">
            <a:avLst/>
          </a:prstGeom>
          <a:ln w="0">
            <a:noFill/>
          </a:ln>
        </p:spPr>
      </p:pic>
      <p:grpSp>
        <p:nvGrpSpPr>
          <p:cNvPr id="247" name="Group 21"/>
          <p:cNvGrpSpPr/>
          <p:nvPr/>
        </p:nvGrpSpPr>
        <p:grpSpPr>
          <a:xfrm>
            <a:off x="12600" y="384120"/>
            <a:ext cx="8873640" cy="1598760"/>
            <a:chOff x="12600" y="384120"/>
            <a:chExt cx="8873640" cy="1598760"/>
          </a:xfrm>
        </p:grpSpPr>
        <p:sp>
          <p:nvSpPr>
            <p:cNvPr id="248" name="Freeform 31"/>
            <p:cNvSpPr/>
            <p:nvPr/>
          </p:nvSpPr>
          <p:spPr>
            <a:xfrm>
              <a:off x="12600" y="384120"/>
              <a:ext cx="240120" cy="240120"/>
            </a:xfrm>
            <a:custGeom>
              <a:avLst/>
              <a:gdLst>
                <a:gd name="textAreaLeft" fmla="*/ 0 w 240120"/>
                <a:gd name="textAreaRight" fmla="*/ 270000 w 240120"/>
                <a:gd name="textAreaTop" fmla="*/ 0 h 240120"/>
                <a:gd name="textAreaBottom" fmla="*/ 270000 h 24012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9" name="Freeform 32"/>
            <p:cNvSpPr/>
            <p:nvPr/>
          </p:nvSpPr>
          <p:spPr>
            <a:xfrm>
              <a:off x="12600" y="654120"/>
              <a:ext cx="8873640" cy="1328760"/>
            </a:xfrm>
            <a:custGeom>
              <a:avLst/>
              <a:gdLst>
                <a:gd name="textAreaLeft" fmla="*/ 0 w 8873640"/>
                <a:gd name="textAreaRight" fmla="*/ 8903520 w 8873640"/>
                <a:gd name="textAreaTop" fmla="*/ 0 h 1328760"/>
                <a:gd name="textAreaBottom" fmla="*/ 1358640 h 132876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0" name="TextBox 89"/>
          <p:cNvSpPr/>
          <p:nvPr/>
        </p:nvSpPr>
        <p:spPr>
          <a:xfrm>
            <a:off x="1260000" y="6399720"/>
            <a:ext cx="3691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Rita Exemplo Duarte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90"/>
          <p:cNvSpPr/>
          <p:nvPr/>
        </p:nvSpPr>
        <p:spPr>
          <a:xfrm>
            <a:off x="2070000" y="6669000"/>
            <a:ext cx="205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91"/>
          <p:cNvSpPr/>
          <p:nvPr/>
        </p:nvSpPr>
        <p:spPr>
          <a:xfrm>
            <a:off x="101520" y="2623680"/>
            <a:ext cx="10445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RITA EXEMPLO DUARTE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92"/>
          <p:cNvSpPr/>
          <p:nvPr/>
        </p:nvSpPr>
        <p:spPr>
          <a:xfrm>
            <a:off x="1788480" y="1041120"/>
            <a:ext cx="7085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70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93"/>
          <p:cNvSpPr/>
          <p:nvPr/>
        </p:nvSpPr>
        <p:spPr>
          <a:xfrm>
            <a:off x="1079640" y="4006800"/>
            <a:ext cx="8349480" cy="16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  <a:ea typeface="Microsoft YaHei"/>
              </a:rPr>
              <a:t>Participou e concluiu o Treinamento sobre NR 26 - Sinalização de Segurança,  realizado em 17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94"/>
          <p:cNvSpPr/>
          <p:nvPr/>
        </p:nvSpPr>
        <p:spPr>
          <a:xfrm>
            <a:off x="1923480" y="21852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6" name="Tabela 11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57" name="TextBox 95"/>
          <p:cNvSpPr/>
          <p:nvPr/>
        </p:nvSpPr>
        <p:spPr>
          <a:xfrm>
            <a:off x="5957640" y="6427440"/>
            <a:ext cx="297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96"/>
          <p:cNvSpPr/>
          <p:nvPr/>
        </p:nvSpPr>
        <p:spPr>
          <a:xfrm>
            <a:off x="5733720" y="6722640"/>
            <a:ext cx="35794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AutoShape 20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AutoShape 21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97"/>
          <p:cNvSpPr/>
          <p:nvPr/>
        </p:nvSpPr>
        <p:spPr>
          <a:xfrm>
            <a:off x="927000" y="1073880"/>
            <a:ext cx="766620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Sinalização de Segurança;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Cores de Segurança e Diamante de Hommel;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Sistema Globalmente Harmonizado (GHS);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Classificação de substâncias e misturas perigosas;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NBR 14725 - Rotulagem preventiva e Ficha com Dados de Segurança (FDS) do produto químico;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Transporte, Manuseio e Armazenamento de Produtos Químicos;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Acidentes com Produtos Químicos;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– EPC.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98"/>
          <p:cNvSpPr/>
          <p:nvPr/>
        </p:nvSpPr>
        <p:spPr>
          <a:xfrm>
            <a:off x="948600" y="576000"/>
            <a:ext cx="5899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9994</TotalTime>
  <Application>LibreOffice/7.6.3.2$Windows_X86_64 LibreOffice_project/29d686fea9f6705b262d369fede658f824154cc0</Application>
  <AppVersion>15.0000</AppVersion>
  <Words>190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2025-06-16T12:01:54Z</cp:lastPrinted>
  <dcterms:modified xsi:type="dcterms:W3CDTF">2025-06-16T12:08:35Z</dcterms:modified>
  <cp:revision>160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53270F7AF4444BBFAAAF47D7207FC836</vt:lpwstr>
  </property>
  <property fmtid="{D5CDD505-2E9C-101B-9397-08002B2CF9AE}" pid="3" name="KSOProductBuildVer">
    <vt:lpwstr>1046-11.2.0.10132</vt:lpwstr>
  </property>
  <property fmtid="{D5CDD505-2E9C-101B-9397-08002B2CF9AE}" pid="4" name="Notes">
    <vt:i4>1</vt:i4>
  </property>
  <property fmtid="{D5CDD505-2E9C-101B-9397-08002B2CF9AE}" pid="5" name="PresentationFormat">
    <vt:lpwstr>Personalizar</vt:lpwstr>
  </property>
  <property fmtid="{D5CDD505-2E9C-101B-9397-08002B2CF9AE}" pid="6" name="Slides">
    <vt:i4>2</vt:i4>
  </property>
</Properties>
</file>