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693400" cy="75565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4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356FFDC-CA51-4986-BA62-67A0CCFC5165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3892286-73A0-4D07-BFD0-DCA21DC79C30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6776C3-939C-4FA0-97F8-71869DF6CD16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7AA1899-E100-48EA-9640-9E6463147BF4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FA3E793-77CE-459A-9FE7-EABBE09118E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D1D0BDC-22CE-4D09-A6C5-9D3C99D141B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71CB1B1-1C1F-434B-9BA8-948E57BB8958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85D34B3-BC1F-4292-81F5-158A8B85DDF8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4D43C9E-BAE2-4513-95EF-02B78D608229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0AEEDD7-3CD4-4355-A558-D81B525FB517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00D29A7-8E93-4BE7-94B0-A3783E03CBBB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5D8F981-EF18-4B1C-B6E9-403F10D34D96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/>
          <p:nvPr/>
        </p:nvPicPr>
        <p:blipFill>
          <a:blip r:embed="rId14">
            <a:alphaModFix amt="15000"/>
          </a:blip>
          <a:srcRect l="20075" t="19762" r="21901" b="37365"/>
          <a:stretch/>
        </p:blipFill>
        <p:spPr>
          <a:xfrm>
            <a:off x="1893600" y="2198160"/>
            <a:ext cx="6517440" cy="480780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11"/>
          <p:cNvPicPr/>
          <p:nvPr/>
        </p:nvPicPr>
        <p:blipFill>
          <a:blip r:embed="rId14"/>
          <a:stretch/>
        </p:blipFill>
        <p:spPr>
          <a:xfrm>
            <a:off x="9275400" y="6143400"/>
            <a:ext cx="1386360" cy="13863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160" cy="126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5240" cy="33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03480" cy="33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0543DE-28DE-4FB4-A20F-2F3EE99B921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03480" cy="33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46" name="Freeform 3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" name="Group 8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50" name="Freeform 9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10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" name="TextBox 14"/>
          <p:cNvSpPr/>
          <p:nvPr/>
        </p:nvSpPr>
        <p:spPr>
          <a:xfrm>
            <a:off x="1260000" y="6399720"/>
            <a:ext cx="3691440" cy="180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-1" dirty="0">
                <a:solidFill>
                  <a:schemeClr val="dk1"/>
                </a:solidFill>
                <a:latin typeface="Avenir LT Std 55 Roman"/>
                <a:ea typeface="Arial"/>
              </a:rPr>
              <a:t>Diego de Exemplo Barros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6"/>
          <p:cNvSpPr/>
          <p:nvPr/>
        </p:nvSpPr>
        <p:spPr>
          <a:xfrm>
            <a:off x="101520" y="2623680"/>
            <a:ext cx="10444680" cy="3077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000000"/>
                </a:solidFill>
                <a:latin typeface="Calibri"/>
                <a:ea typeface="Arial"/>
              </a:rPr>
              <a:t>DIEGO DE EXEMPLO BARROS </a:t>
            </a:r>
            <a:br>
              <a:rPr sz="4000" dirty="0"/>
            </a:br>
            <a:r>
              <a:rPr lang="pt-BR" sz="4000" b="1" strike="noStrike" spc="-1" dirty="0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7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strike="noStrike" spc="267">
                <a:solidFill>
                  <a:srgbClr val="FFFFFF"/>
                </a:solidFill>
                <a:latin typeface="Avenir LT Std 45 Book"/>
              </a:rPr>
              <a:t>CERTIFICADO</a:t>
            </a:r>
            <a:endParaRPr lang="pt-BR" sz="5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8"/>
          <p:cNvSpPr/>
          <p:nvPr/>
        </p:nvSpPr>
        <p:spPr>
          <a:xfrm>
            <a:off x="1079640" y="4006800"/>
            <a:ext cx="8349120" cy="1661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II, NR 20 realizado em 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04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de 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Março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de 2026 com duração de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 8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oito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strike="noStrike" spc="180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lang="pt-BR" sz="17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ela 3"/>
          <p:cNvGraphicFramePr/>
          <p:nvPr/>
        </p:nvGraphicFramePr>
        <p:xfrm>
          <a:off x="457200" y="3543120"/>
          <a:ext cx="208280" cy="64008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TextBox 12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-1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AutoShape 1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utoShape 10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onector reto 62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" name="Conector reto 63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DFA1-2239-EEB6-C317-962094CA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>
            <a:extLst>
              <a:ext uri="{FF2B5EF4-FFF2-40B4-BE49-F238E27FC236}">
                <a16:creationId xmlns:a16="http://schemas.microsoft.com/office/drawing/2014/main" id="{29B28D6A-D95F-633D-5413-072E7B0B17CD}"/>
              </a:ext>
            </a:extLst>
          </p:cNvPr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46" name="Freeform 3">
              <a:extLst>
                <a:ext uri="{FF2B5EF4-FFF2-40B4-BE49-F238E27FC236}">
                  <a16:creationId xmlns:a16="http://schemas.microsoft.com/office/drawing/2014/main" id="{831784C8-4BB4-C73A-B4F0-053CC494E68D}"/>
                </a:ext>
              </a:extLst>
            </p:cNvPr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" name="Group 8">
            <a:extLst>
              <a:ext uri="{FF2B5EF4-FFF2-40B4-BE49-F238E27FC236}">
                <a16:creationId xmlns:a16="http://schemas.microsoft.com/office/drawing/2014/main" id="{41DF9861-2A08-C3CD-F5AE-20815B89DEEC}"/>
              </a:ext>
            </a:extLst>
          </p:cNvPr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9E5F637C-0445-FBE0-AC7D-EDEF874DE21A}"/>
                </a:ext>
              </a:extLst>
            </p:cNvPr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DE8E21C3-CBB8-FBC2-A36D-F75E9273C524}"/>
                </a:ext>
              </a:extLst>
            </p:cNvPr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" name="TextBox 14">
            <a:extLst>
              <a:ext uri="{FF2B5EF4-FFF2-40B4-BE49-F238E27FC236}">
                <a16:creationId xmlns:a16="http://schemas.microsoft.com/office/drawing/2014/main" id="{A5B39ECF-2BF4-8339-C481-AC8E30586B7F}"/>
              </a:ext>
            </a:extLst>
          </p:cNvPr>
          <p:cNvSpPr/>
          <p:nvPr/>
        </p:nvSpPr>
        <p:spPr>
          <a:xfrm>
            <a:off x="1260000" y="6399720"/>
            <a:ext cx="3691440" cy="180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pc="-1" dirty="0">
                <a:solidFill>
                  <a:schemeClr val="dk1"/>
                </a:solidFill>
                <a:latin typeface="Avenir LT Std 55 Roman"/>
              </a:rPr>
              <a:t>Fabio Exemplo Macedo de Farias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4F4C88CA-F784-0C0D-FD40-B56785D8D7CF}"/>
              </a:ext>
            </a:extLst>
          </p:cNvPr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A4ED1FF3-9FAD-7D06-6CEF-339D0C968847}"/>
              </a:ext>
            </a:extLst>
          </p:cNvPr>
          <p:cNvSpPr/>
          <p:nvPr/>
        </p:nvSpPr>
        <p:spPr>
          <a:xfrm>
            <a:off x="101520" y="2623680"/>
            <a:ext cx="10444680" cy="3077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000000"/>
                </a:solidFill>
                <a:latin typeface="Calibri"/>
                <a:ea typeface="Arial"/>
              </a:rPr>
              <a:t>FABIO EXEMPLO MACEDO DE FARIAS</a:t>
            </a:r>
            <a:br>
              <a:rPr sz="4000" dirty="0"/>
            </a:br>
            <a:r>
              <a:rPr lang="pt-BR" sz="4000" b="1" strike="noStrike" spc="-1" dirty="0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AA7912A8-4A54-E9E0-B242-A8850CA7C402}"/>
              </a:ext>
            </a:extLst>
          </p:cNvPr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strike="noStrike" spc="267">
                <a:solidFill>
                  <a:srgbClr val="FFFFFF"/>
                </a:solidFill>
                <a:latin typeface="Avenir LT Std 45 Book"/>
              </a:rPr>
              <a:t>CERTIFICADO</a:t>
            </a:r>
            <a:endParaRPr lang="pt-BR" sz="5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8">
            <a:extLst>
              <a:ext uri="{FF2B5EF4-FFF2-40B4-BE49-F238E27FC236}">
                <a16:creationId xmlns:a16="http://schemas.microsoft.com/office/drawing/2014/main" id="{39BB5356-75AF-08C5-33E8-D1CD274857A5}"/>
              </a:ext>
            </a:extLst>
          </p:cNvPr>
          <p:cNvSpPr/>
          <p:nvPr/>
        </p:nvSpPr>
        <p:spPr>
          <a:xfrm>
            <a:off x="1079640" y="4006800"/>
            <a:ext cx="8349120" cy="1661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/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II, NR 20 realizado em 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04 de Março de 2026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com duração de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 8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oito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92B1EA3B-E695-7C56-2D5A-921AC84BD246}"/>
              </a:ext>
            </a:extLst>
          </p:cNvPr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strike="noStrike" spc="180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lang="pt-BR" sz="17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ela 3">
            <a:extLst>
              <a:ext uri="{FF2B5EF4-FFF2-40B4-BE49-F238E27FC236}">
                <a16:creationId xmlns:a16="http://schemas.microsoft.com/office/drawing/2014/main" id="{75D9D178-2399-A465-EBEF-747C1E5CE76E}"/>
              </a:ext>
            </a:extLst>
          </p:cNvPr>
          <p:cNvGraphicFramePr/>
          <p:nvPr/>
        </p:nvGraphicFramePr>
        <p:xfrm>
          <a:off x="457200" y="3543120"/>
          <a:ext cx="208280" cy="64008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TextBox 12">
            <a:extLst>
              <a:ext uri="{FF2B5EF4-FFF2-40B4-BE49-F238E27FC236}">
                <a16:creationId xmlns:a16="http://schemas.microsoft.com/office/drawing/2014/main" id="{A1D62715-A218-D241-20B0-BC98FC8DA314}"/>
              </a:ext>
            </a:extLst>
          </p:cNvPr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-1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7C0A6679-F2CB-2553-A287-F26C36EFD99A}"/>
              </a:ext>
            </a:extLst>
          </p:cNvPr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AutoShape 1">
            <a:extLst>
              <a:ext uri="{FF2B5EF4-FFF2-40B4-BE49-F238E27FC236}">
                <a16:creationId xmlns:a16="http://schemas.microsoft.com/office/drawing/2014/main" id="{E28AA247-17A0-8FCB-D4C5-342BE3E8844B}"/>
              </a:ext>
            </a:extLst>
          </p:cNvPr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utoShape 10">
            <a:extLst>
              <a:ext uri="{FF2B5EF4-FFF2-40B4-BE49-F238E27FC236}">
                <a16:creationId xmlns:a16="http://schemas.microsoft.com/office/drawing/2014/main" id="{099A6A5C-3087-A9D1-30FC-7DFEB857B4FF}"/>
              </a:ext>
            </a:extLst>
          </p:cNvPr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onector reto 62">
            <a:extLst>
              <a:ext uri="{FF2B5EF4-FFF2-40B4-BE49-F238E27FC236}">
                <a16:creationId xmlns:a16="http://schemas.microsoft.com/office/drawing/2014/main" id="{0610818F-EAF4-DE6F-0627-502C00B97078}"/>
              </a:ext>
            </a:extLst>
          </p:cNvPr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" name="Conector reto 63">
            <a:extLst>
              <a:ext uri="{FF2B5EF4-FFF2-40B4-BE49-F238E27FC236}">
                <a16:creationId xmlns:a16="http://schemas.microsoft.com/office/drawing/2014/main" id="{EDF4CBCF-C05C-1524-89FD-E753D294F93D}"/>
              </a:ext>
            </a:extLst>
          </p:cNvPr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08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DC4C-0B50-F3EF-DAD6-D6A6581A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>
            <a:extLst>
              <a:ext uri="{FF2B5EF4-FFF2-40B4-BE49-F238E27FC236}">
                <a16:creationId xmlns:a16="http://schemas.microsoft.com/office/drawing/2014/main" id="{0206140B-79A2-140C-2373-C0E52569E78F}"/>
              </a:ext>
            </a:extLst>
          </p:cNvPr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>
            <a:extLst>
              <a:ext uri="{FF2B5EF4-FFF2-40B4-BE49-F238E27FC236}">
                <a16:creationId xmlns:a16="http://schemas.microsoft.com/office/drawing/2014/main" id="{F13D3860-4BC2-06C9-6CAE-D1CEABFD810D}"/>
              </a:ext>
            </a:extLst>
          </p:cNvPr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016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B2D73-A7CB-E047-F1A7-8A05A691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>
            <a:extLst>
              <a:ext uri="{FF2B5EF4-FFF2-40B4-BE49-F238E27FC236}">
                <a16:creationId xmlns:a16="http://schemas.microsoft.com/office/drawing/2014/main" id="{941A323D-8BAD-0E12-32C2-354EFA43B52E}"/>
              </a:ext>
            </a:extLst>
          </p:cNvPr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46" name="Freeform 3">
              <a:extLst>
                <a:ext uri="{FF2B5EF4-FFF2-40B4-BE49-F238E27FC236}">
                  <a16:creationId xmlns:a16="http://schemas.microsoft.com/office/drawing/2014/main" id="{DA1F4C0E-A4BA-69A4-6500-45ED2C15AD3B}"/>
                </a:ext>
              </a:extLst>
            </p:cNvPr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" name="Group 8">
            <a:extLst>
              <a:ext uri="{FF2B5EF4-FFF2-40B4-BE49-F238E27FC236}">
                <a16:creationId xmlns:a16="http://schemas.microsoft.com/office/drawing/2014/main" id="{6AE61FA5-1A6F-CC05-4982-3A13B07CB6C9}"/>
              </a:ext>
            </a:extLst>
          </p:cNvPr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9552B4C2-8F7E-CB13-61F5-77EB900A3913}"/>
                </a:ext>
              </a:extLst>
            </p:cNvPr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93E4D522-CCA0-94BC-2207-9E1BCEC68938}"/>
                </a:ext>
              </a:extLst>
            </p:cNvPr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" name="TextBox 14">
            <a:extLst>
              <a:ext uri="{FF2B5EF4-FFF2-40B4-BE49-F238E27FC236}">
                <a16:creationId xmlns:a16="http://schemas.microsoft.com/office/drawing/2014/main" id="{C7CCF89D-DA62-1630-AB5A-961C8A589E03}"/>
              </a:ext>
            </a:extLst>
          </p:cNvPr>
          <p:cNvSpPr/>
          <p:nvPr/>
        </p:nvSpPr>
        <p:spPr>
          <a:xfrm>
            <a:off x="1260000" y="6399720"/>
            <a:ext cx="3691440" cy="180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pc="-1" dirty="0">
                <a:solidFill>
                  <a:schemeClr val="dk1"/>
                </a:solidFill>
                <a:latin typeface="Avenir LT Std 55 Roman"/>
              </a:rPr>
              <a:t>Laura Exemplo Campos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A64983C0-BCEF-5ADF-73BF-21337EA004DB}"/>
              </a:ext>
            </a:extLst>
          </p:cNvPr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E9B049AB-65D2-E466-D5F7-B41651949528}"/>
              </a:ext>
            </a:extLst>
          </p:cNvPr>
          <p:cNvSpPr/>
          <p:nvPr/>
        </p:nvSpPr>
        <p:spPr>
          <a:xfrm>
            <a:off x="101520" y="2623680"/>
            <a:ext cx="10444680" cy="3077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000000"/>
                </a:solidFill>
                <a:latin typeface="Calibri"/>
                <a:ea typeface="Arial"/>
              </a:rPr>
              <a:t>LAURA EXEMPLO CAMPOS</a:t>
            </a:r>
            <a:br>
              <a:rPr sz="4000" dirty="0"/>
            </a:br>
            <a:r>
              <a:rPr lang="pt-BR" sz="4000" b="1" strike="noStrike" spc="-1" dirty="0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BCA316CE-5915-61AF-5234-2B4F2195F233}"/>
              </a:ext>
            </a:extLst>
          </p:cNvPr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strike="noStrike" spc="267">
                <a:solidFill>
                  <a:srgbClr val="FFFFFF"/>
                </a:solidFill>
                <a:latin typeface="Avenir LT Std 45 Book"/>
              </a:rPr>
              <a:t>CERTIFICADO</a:t>
            </a:r>
            <a:endParaRPr lang="pt-BR" sz="5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8">
            <a:extLst>
              <a:ext uri="{FF2B5EF4-FFF2-40B4-BE49-F238E27FC236}">
                <a16:creationId xmlns:a16="http://schemas.microsoft.com/office/drawing/2014/main" id="{7D579BB9-607E-F9C9-644E-DFB5863A56E7}"/>
              </a:ext>
            </a:extLst>
          </p:cNvPr>
          <p:cNvSpPr/>
          <p:nvPr/>
        </p:nvSpPr>
        <p:spPr>
          <a:xfrm>
            <a:off x="1079640" y="4006800"/>
            <a:ext cx="8349120" cy="1661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/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II, NR 20 realizado em 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04 de Março de 2026 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com duração de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 8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oito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58C6E5E0-6D88-E937-5315-9B5E3B64C5BD}"/>
              </a:ext>
            </a:extLst>
          </p:cNvPr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strike="noStrike" spc="180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lang="pt-BR" sz="17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ela 3">
            <a:extLst>
              <a:ext uri="{FF2B5EF4-FFF2-40B4-BE49-F238E27FC236}">
                <a16:creationId xmlns:a16="http://schemas.microsoft.com/office/drawing/2014/main" id="{3501AF38-017F-D9E9-D45E-B80BC2E70ED2}"/>
              </a:ext>
            </a:extLst>
          </p:cNvPr>
          <p:cNvGraphicFramePr/>
          <p:nvPr/>
        </p:nvGraphicFramePr>
        <p:xfrm>
          <a:off x="457200" y="3543120"/>
          <a:ext cx="208280" cy="64008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TextBox 12">
            <a:extLst>
              <a:ext uri="{FF2B5EF4-FFF2-40B4-BE49-F238E27FC236}">
                <a16:creationId xmlns:a16="http://schemas.microsoft.com/office/drawing/2014/main" id="{21D1CC25-DCC8-EED5-D87A-3C9AA376439C}"/>
              </a:ext>
            </a:extLst>
          </p:cNvPr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-1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A92A5FEE-F170-1749-2159-D6DFA90A6E1A}"/>
              </a:ext>
            </a:extLst>
          </p:cNvPr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AutoShape 1">
            <a:extLst>
              <a:ext uri="{FF2B5EF4-FFF2-40B4-BE49-F238E27FC236}">
                <a16:creationId xmlns:a16="http://schemas.microsoft.com/office/drawing/2014/main" id="{C7E7CC05-51F5-3408-52D3-B6E6C221EAA7}"/>
              </a:ext>
            </a:extLst>
          </p:cNvPr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utoShape 10">
            <a:extLst>
              <a:ext uri="{FF2B5EF4-FFF2-40B4-BE49-F238E27FC236}">
                <a16:creationId xmlns:a16="http://schemas.microsoft.com/office/drawing/2014/main" id="{D02AD5FA-0D81-B440-E92F-05F07D8113BE}"/>
              </a:ext>
            </a:extLst>
          </p:cNvPr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onector reto 62">
            <a:extLst>
              <a:ext uri="{FF2B5EF4-FFF2-40B4-BE49-F238E27FC236}">
                <a16:creationId xmlns:a16="http://schemas.microsoft.com/office/drawing/2014/main" id="{24B14996-1331-E617-1318-D8DFF96F2CAF}"/>
              </a:ext>
            </a:extLst>
          </p:cNvPr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" name="Conector reto 63">
            <a:extLst>
              <a:ext uri="{FF2B5EF4-FFF2-40B4-BE49-F238E27FC236}">
                <a16:creationId xmlns:a16="http://schemas.microsoft.com/office/drawing/2014/main" id="{E2575685-D9C2-AFCE-F69E-C64A7F1B153C}"/>
              </a:ext>
            </a:extLst>
          </p:cNvPr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098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A3C0-53DA-B07C-B89E-F22BBAFC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>
            <a:extLst>
              <a:ext uri="{FF2B5EF4-FFF2-40B4-BE49-F238E27FC236}">
                <a16:creationId xmlns:a16="http://schemas.microsoft.com/office/drawing/2014/main" id="{43A7EEEC-7C37-3566-8909-F3FB76D83B82}"/>
              </a:ext>
            </a:extLst>
          </p:cNvPr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>
            <a:extLst>
              <a:ext uri="{FF2B5EF4-FFF2-40B4-BE49-F238E27FC236}">
                <a16:creationId xmlns:a16="http://schemas.microsoft.com/office/drawing/2014/main" id="{3656BCC3-46DD-3C31-CB83-18583FD8BFE6}"/>
              </a:ext>
            </a:extLst>
          </p:cNvPr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622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4589-B024-0791-E56A-7B52FB0B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>
            <a:extLst>
              <a:ext uri="{FF2B5EF4-FFF2-40B4-BE49-F238E27FC236}">
                <a16:creationId xmlns:a16="http://schemas.microsoft.com/office/drawing/2014/main" id="{167FBF43-CCC7-B0F2-3349-23135892554B}"/>
              </a:ext>
            </a:extLst>
          </p:cNvPr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46" name="Freeform 3">
              <a:extLst>
                <a:ext uri="{FF2B5EF4-FFF2-40B4-BE49-F238E27FC236}">
                  <a16:creationId xmlns:a16="http://schemas.microsoft.com/office/drawing/2014/main" id="{8E04BC42-1F52-73C8-B3AA-EC12EF2789DA}"/>
                </a:ext>
              </a:extLst>
            </p:cNvPr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" name="Group 8">
            <a:extLst>
              <a:ext uri="{FF2B5EF4-FFF2-40B4-BE49-F238E27FC236}">
                <a16:creationId xmlns:a16="http://schemas.microsoft.com/office/drawing/2014/main" id="{2FB51752-0AC9-53FC-CAEE-6889F584E512}"/>
              </a:ext>
            </a:extLst>
          </p:cNvPr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7D248548-48B5-C4A7-9DC4-AAAB0881DCE9}"/>
                </a:ext>
              </a:extLst>
            </p:cNvPr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B2569FD4-0738-FF10-A53A-791AA4407B1F}"/>
                </a:ext>
              </a:extLst>
            </p:cNvPr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" name="TextBox 14">
            <a:extLst>
              <a:ext uri="{FF2B5EF4-FFF2-40B4-BE49-F238E27FC236}">
                <a16:creationId xmlns:a16="http://schemas.microsoft.com/office/drawing/2014/main" id="{16D0E7D2-D544-E937-F823-F6592D87AAE7}"/>
              </a:ext>
            </a:extLst>
          </p:cNvPr>
          <p:cNvSpPr/>
          <p:nvPr/>
        </p:nvSpPr>
        <p:spPr>
          <a:xfrm>
            <a:off x="1260000" y="6399720"/>
            <a:ext cx="3691440" cy="180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pc="-1" dirty="0">
                <a:solidFill>
                  <a:schemeClr val="dk1"/>
                </a:solidFill>
                <a:latin typeface="Avenir LT Std 55 Roman"/>
              </a:rPr>
              <a:t>Sonia Exemplo Farias dos Barros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DA3406F5-DA99-F826-62CA-A9BEC137A814}"/>
              </a:ext>
            </a:extLst>
          </p:cNvPr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DECD9419-1016-7E36-4568-3602E73C17E9}"/>
              </a:ext>
            </a:extLst>
          </p:cNvPr>
          <p:cNvSpPr/>
          <p:nvPr/>
        </p:nvSpPr>
        <p:spPr>
          <a:xfrm>
            <a:off x="101520" y="2623680"/>
            <a:ext cx="10444680" cy="3077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000" b="1" strike="noStrike" spc="-1" dirty="0">
                <a:solidFill>
                  <a:srgbClr val="000000"/>
                </a:solidFill>
                <a:latin typeface="Calibri"/>
                <a:ea typeface="Arial"/>
              </a:rPr>
              <a:t>SONIA EXEMPLO FARIAS DOS BARROS</a:t>
            </a:r>
            <a:br>
              <a:rPr sz="4000" dirty="0"/>
            </a:br>
            <a:r>
              <a:rPr lang="pt-BR" sz="4000" b="1" strike="noStrike" spc="-1" dirty="0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F1F68088-1846-2B2A-799D-085FBD77C12B}"/>
              </a:ext>
            </a:extLst>
          </p:cNvPr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strike="noStrike" spc="267">
                <a:solidFill>
                  <a:srgbClr val="FFFFFF"/>
                </a:solidFill>
                <a:latin typeface="Avenir LT Std 45 Book"/>
              </a:rPr>
              <a:t>CERTIFICADO</a:t>
            </a:r>
            <a:endParaRPr lang="pt-BR" sz="5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8">
            <a:extLst>
              <a:ext uri="{FF2B5EF4-FFF2-40B4-BE49-F238E27FC236}">
                <a16:creationId xmlns:a16="http://schemas.microsoft.com/office/drawing/2014/main" id="{B18AC2F9-D8E8-8FAD-E3CD-E03A94AF8E73}"/>
              </a:ext>
            </a:extLst>
          </p:cNvPr>
          <p:cNvSpPr/>
          <p:nvPr/>
        </p:nvSpPr>
        <p:spPr>
          <a:xfrm>
            <a:off x="1079640" y="4006800"/>
            <a:ext cx="8349120" cy="1661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/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II, NR 20 realizado em 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04 de Março de 2026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com duração de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 8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 (</a:t>
            </a:r>
            <a:r>
              <a:rPr lang="pt-BR" spc="-1" dirty="0">
                <a:solidFill>
                  <a:schemeClr val="dk1"/>
                </a:solidFill>
                <a:latin typeface="Avenir Next LT Pro"/>
              </a:rPr>
              <a:t>oito</a:t>
            </a:r>
            <a:r>
              <a:rPr lang="pt-BR" sz="1800" b="0" strike="noStrike" spc="-1" dirty="0">
                <a:solidFill>
                  <a:schemeClr val="dk1"/>
                </a:solidFill>
                <a:latin typeface="Avenir Next LT Pro"/>
              </a:rPr>
              <a:t>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493A4E69-CE8A-43EC-85B6-BD0C2278D952}"/>
              </a:ext>
            </a:extLst>
          </p:cNvPr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strike="noStrike" spc="180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lang="pt-BR" sz="17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ela 3">
            <a:extLst>
              <a:ext uri="{FF2B5EF4-FFF2-40B4-BE49-F238E27FC236}">
                <a16:creationId xmlns:a16="http://schemas.microsoft.com/office/drawing/2014/main" id="{DEDAB343-83E6-24E8-7FEB-308AE355F168}"/>
              </a:ext>
            </a:extLst>
          </p:cNvPr>
          <p:cNvGraphicFramePr/>
          <p:nvPr/>
        </p:nvGraphicFramePr>
        <p:xfrm>
          <a:off x="457200" y="3543120"/>
          <a:ext cx="208280" cy="64008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lang="pt-BR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TextBox 12">
            <a:extLst>
              <a:ext uri="{FF2B5EF4-FFF2-40B4-BE49-F238E27FC236}">
                <a16:creationId xmlns:a16="http://schemas.microsoft.com/office/drawing/2014/main" id="{75F648A9-4CEC-EF2C-D883-662355366C30}"/>
              </a:ext>
            </a:extLst>
          </p:cNvPr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-1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0C04CB70-96C7-E2B7-A837-92987A60AA29}"/>
              </a:ext>
            </a:extLst>
          </p:cNvPr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lang="pt-BR" sz="1400" b="0" strike="noStrike" spc="-1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AutoShape 1">
            <a:extLst>
              <a:ext uri="{FF2B5EF4-FFF2-40B4-BE49-F238E27FC236}">
                <a16:creationId xmlns:a16="http://schemas.microsoft.com/office/drawing/2014/main" id="{E4591FF9-31BB-E235-91DD-16F63A27F509}"/>
              </a:ext>
            </a:extLst>
          </p:cNvPr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utoShape 10">
            <a:extLst>
              <a:ext uri="{FF2B5EF4-FFF2-40B4-BE49-F238E27FC236}">
                <a16:creationId xmlns:a16="http://schemas.microsoft.com/office/drawing/2014/main" id="{BE28BBCF-AFD7-7D4E-ED30-EFE14BC4F419}"/>
              </a:ext>
            </a:extLst>
          </p:cNvPr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0320" rIns="90000" bIns="-4032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onector reto 62">
            <a:extLst>
              <a:ext uri="{FF2B5EF4-FFF2-40B4-BE49-F238E27FC236}">
                <a16:creationId xmlns:a16="http://schemas.microsoft.com/office/drawing/2014/main" id="{049B016C-DB5E-059B-F8E6-CBB92E88C586}"/>
              </a:ext>
            </a:extLst>
          </p:cNvPr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" name="Conector reto 63">
            <a:extLst>
              <a:ext uri="{FF2B5EF4-FFF2-40B4-BE49-F238E27FC236}">
                <a16:creationId xmlns:a16="http://schemas.microsoft.com/office/drawing/2014/main" id="{E58E053F-162F-C1FE-66A6-9D57637F6E9D}"/>
              </a:ext>
            </a:extLst>
          </p:cNvPr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5483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16887-248B-B1D4-0974-5C99C4913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>
            <a:extLst>
              <a:ext uri="{FF2B5EF4-FFF2-40B4-BE49-F238E27FC236}">
                <a16:creationId xmlns:a16="http://schemas.microsoft.com/office/drawing/2014/main" id="{E8AF5EC9-F8F5-DF92-EF1F-CC193E824060}"/>
              </a:ext>
            </a:extLst>
          </p:cNvPr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180" dirty="0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endParaRPr lang="pt-B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>
            <a:extLst>
              <a:ext uri="{FF2B5EF4-FFF2-40B4-BE49-F238E27FC236}">
                <a16:creationId xmlns:a16="http://schemas.microsoft.com/office/drawing/2014/main" id="{B0827A3F-B5AC-3C54-B87D-F1CF1EE62130}"/>
              </a:ext>
            </a:extLst>
          </p:cNvPr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lang="pt-BR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lang="en-US" sz="2000" b="0" strike="noStrike" spc="180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4306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10245</TotalTime>
  <Words>786</Words>
  <Application>Microsoft Office PowerPoint</Application>
  <PresentationFormat>Personalizar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8" baseType="lpstr">
      <vt:lpstr>Avenir LT Std 35 Light</vt:lpstr>
      <vt:lpstr>Avenir LT Std 45 Book</vt:lpstr>
      <vt:lpstr>Avenir LT Std 55 Roman</vt:lpstr>
      <vt:lpstr>Arial</vt:lpstr>
      <vt:lpstr>Avenir Next LT Pro</vt:lpstr>
      <vt:lpstr>Calibri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 Achievement</dc:title>
  <dc:subject/>
  <dc:creator>Larissa Santana Rabelo</dc:creator>
  <dc:description/>
  <cp:lastModifiedBy>Volga Office</cp:lastModifiedBy>
  <cp:revision>166</cp:revision>
  <cp:lastPrinted>2026-03-05T22:10:20Z</cp:lastPrinted>
  <dcterms:created xsi:type="dcterms:W3CDTF">2006-08-16T00:00:00Z</dcterms:created>
  <dcterms:modified xsi:type="dcterms:W3CDTF">2026-03-05T22:18:30Z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53270F7AF4444BBFAAAF47D7207FC836</vt:lpwstr>
  </property>
  <property fmtid="{D5CDD505-2E9C-101B-9397-08002B2CF9AE}" pid="3" name="KSOProductBuildVer">
    <vt:lpwstr>1046-11.2.0.10132</vt:lpwstr>
  </property>
  <property fmtid="{D5CDD505-2E9C-101B-9397-08002B2CF9AE}" pid="4" name="Notes">
    <vt:i4>1</vt:i4>
  </property>
  <property fmtid="{D5CDD505-2E9C-101B-9397-08002B2CF9AE}" pid="5" name="PresentationFormat">
    <vt:lpwstr>Personalizar</vt:lpwstr>
  </property>
  <property fmtid="{D5CDD505-2E9C-101B-9397-08002B2CF9AE}" pid="6" name="Slides">
    <vt:i4>2</vt:i4>
  </property>
</Properties>
</file>